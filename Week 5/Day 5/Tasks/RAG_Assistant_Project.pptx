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822960"/>
            <a:ext cx="2011680" cy="2011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194560"/>
            <a:ext cx="1005840" cy="10058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2743200"/>
            <a:ext cx="640080" cy="6400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Assistant API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of your own documents, with citations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ChromaDB · LangChain · Groq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89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· Week 5 · Friday project demo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RAG?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don't know your private documents, and they guess when unsure. RAG fixes both.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0320" cy="2468880"/>
          </a:xfrm>
          <a:prstGeom prst="roundRect">
            <a:avLst>
              <a:gd name="adj" fmla="val 4444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004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documents into chunks, embed them, and store the vectors in ChromaDB.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560320" cy="2468880"/>
          </a:xfrm>
          <a:prstGeom prst="roundRect">
            <a:avLst>
              <a:gd name="adj" fmla="val 4444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205740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743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2004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question and find the closest chunks by cosine similarity.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828800"/>
            <a:ext cx="2560320" cy="2468880"/>
          </a:xfrm>
          <a:prstGeom prst="roundRect">
            <a:avLst>
              <a:gd name="adj" fmla="val 4444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205740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743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honestly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32004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answers only from the retrieved context, cites [1], or says "I don't know".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51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" y="137160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.txt .md .pdf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1737360"/>
            <a:ext cx="457200" cy="0"/>
          </a:xfrm>
          <a:prstGeom prst="line">
            <a:avLst/>
          </a:prstGeom>
          <a:noFill/>
          <a:ln w="19050">
            <a:solidFill>
              <a:srgbClr val="5B72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697480" y="137160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70632" y="137160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chars, 120 overlap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457200" cy="0"/>
          </a:xfrm>
          <a:prstGeom prst="line">
            <a:avLst/>
          </a:prstGeom>
          <a:noFill/>
          <a:ln w="19050">
            <a:solidFill>
              <a:srgbClr val="5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800600" y="137160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73752" y="137160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· 384-d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46520" y="1737360"/>
            <a:ext cx="457200" cy="0"/>
          </a:xfrm>
          <a:prstGeom prst="line">
            <a:avLst/>
          </a:prstGeom>
          <a:noFill/>
          <a:ln w="19050">
            <a:solidFill>
              <a:srgbClr val="5B72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903720" y="137160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76872" y="137160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+ metadata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697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017520"/>
            <a:ext cx="1371600" cy="731520"/>
          </a:xfrm>
          <a:prstGeom prst="roundRect">
            <a:avLst>
              <a:gd name="adj" fmla="val 15000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" y="301752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/query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965960" y="3383280"/>
            <a:ext cx="274320" cy="0"/>
          </a:xfrm>
          <a:prstGeom prst="line">
            <a:avLst/>
          </a:prstGeom>
          <a:noFill/>
          <a:ln w="19050">
            <a:solidFill>
              <a:srgbClr val="5B72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240280" y="3017520"/>
            <a:ext cx="1371600" cy="731520"/>
          </a:xfrm>
          <a:prstGeom prst="roundRect">
            <a:avLst>
              <a:gd name="adj" fmla="val 15000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313432" y="301752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11880" y="3383280"/>
            <a:ext cx="274320" cy="0"/>
          </a:xfrm>
          <a:prstGeom prst="line">
            <a:avLst/>
          </a:prstGeom>
          <a:noFill/>
          <a:ln w="19050">
            <a:solidFill>
              <a:srgbClr val="5B72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886200" y="3017520"/>
            <a:ext cx="1371600" cy="731520"/>
          </a:xfrm>
          <a:prstGeom prst="roundRect">
            <a:avLst>
              <a:gd name="adj" fmla="val 15000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959352" y="301752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search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0.15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257800" y="3383280"/>
            <a:ext cx="274320" cy="0"/>
          </a:xfrm>
          <a:prstGeom prst="line">
            <a:avLst/>
          </a:prstGeom>
          <a:noFill/>
          <a:ln w="19050">
            <a:solidFill>
              <a:srgbClr val="5B72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532120" y="3017520"/>
            <a:ext cx="1371600" cy="731520"/>
          </a:xfrm>
          <a:prstGeom prst="roundRect">
            <a:avLst>
              <a:gd name="adj" fmla="val 15000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05272" y="301752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context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903720" y="3383280"/>
            <a:ext cx="274320" cy="0"/>
          </a:xfrm>
          <a:prstGeom prst="line">
            <a:avLst/>
          </a:prstGeom>
          <a:noFill/>
          <a:ln w="19050">
            <a:solidFill>
              <a:srgbClr val="5B728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178040" y="3017520"/>
            <a:ext cx="1371600" cy="731520"/>
          </a:xfrm>
          <a:prstGeom prst="roundRect">
            <a:avLst>
              <a:gd name="adj" fmla="val 15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51192" y="3017520"/>
            <a:ext cx="1225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[1]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726680" y="2103120"/>
            <a:ext cx="0" cy="457200"/>
          </a:xfrm>
          <a:prstGeom prst="line">
            <a:avLst/>
          </a:prstGeom>
          <a:noFill/>
          <a:ln w="19050">
            <a:solidFill>
              <a:srgbClr val="5B72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2560320"/>
            <a:ext cx="1508760" cy="0"/>
          </a:xfrm>
          <a:prstGeom prst="line">
            <a:avLst/>
          </a:prstGeom>
          <a:noFill/>
          <a:ln w="19050">
            <a:solidFill>
              <a:srgbClr val="5B72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2560320"/>
            <a:ext cx="0" cy="457200"/>
          </a:xfrm>
          <a:prstGeom prst="line">
            <a:avLst/>
          </a:prstGeom>
          <a:noFill/>
          <a:ln w="19050">
            <a:solidFill>
              <a:srgbClr val="5B7280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594360" y="41148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exposes both flows: /documents ingests; /search and /query retrieve and generate.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5 concepts in the code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all-MiniLM-L6-v2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 vectors; related pair scored 0.755, unrelated −0.105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325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 splitter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splitting, 800 chars with 120 overlap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325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ChromaDB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Persistent, HNSW index, cosine similarity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78892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2926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Top-k + threshold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566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min_score 0.15 drops weak matches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91840" y="278892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74720" y="2926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LLM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Groq via OpenAI SDK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3566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prompt with [n] citations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35040" y="278892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0" y="2926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+ Pydantic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566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endpoints, auto docs at /docs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documentation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468880"/>
                <a:gridCol w="438912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/health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and chunk 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/documents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 raw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/documents/upload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.txt, .md or .pdf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/documents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sources and chunk counts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/documents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the collection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search only (no LLM)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/query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RAG: answer + cited sources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Swagger UI at /docs · ReDoc at /redoc · Errors: 415 unsupported file type, 422 validation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0.57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score for "What is chunk overlap?", pointing to the right chunk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14300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2344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0.755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9202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of related sentences (unrelated pair: −0.105)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14300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2344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9202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returned for "Capital of France?", so the app says "I don't know"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8046720" cy="1554480"/>
          </a:xfrm>
          <a:prstGeom prst="roundRect">
            <a:avLst>
              <a:gd name="adj" fmla="val 7059"/>
            </a:avLst>
          </a:prstGeom>
          <a:solidFill>
            <a:srgbClr val="0F2A3D"/>
          </a:solidFill>
          <a:ln w="12700">
            <a:solidFill>
              <a:srgbClr val="0F2A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06324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Grounded: answers cite [1] from the uploaded document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Honest: off-topic questions skip the LLM instead of guessing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Clean: re-uploading a file replaces its chunks, no duplicates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and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74320" cy="2743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retrieval with /search before blaming the LLM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threshold lets the app say "I don't know"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Content-hash IDs aren't enough: replace a source's chunks on re-ingest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325880"/>
            <a:ext cx="274320" cy="2743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6636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82880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agent (document search, calculator)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(BM25 + vectors) and reranking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evals, authentication, Docker deploy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Assistant API</dc:title>
  <dc:subject>PptxGenJS Presentation</dc:subject>
  <dc:creator>PptxGenJS</dc:creator>
  <cp:lastModifiedBy>PptxGenJS</cp:lastModifiedBy>
  <cp:revision>1</cp:revision>
  <dcterms:created xsi:type="dcterms:W3CDTF">2026-10-03T11:33:15Z</dcterms:created>
  <dcterms:modified xsi:type="dcterms:W3CDTF">2026-10-03T11:33:16Z</dcterms:modified>
</cp:coreProperties>
</file>